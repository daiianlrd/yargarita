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1"/>
  </p:normalViewPr>
  <p:slideViewPr>
    <p:cSldViewPr snapToGrid="0">
      <p:cViewPr varScale="1">
        <p:scale>
          <a:sx n="112" d="100"/>
          <a:sy n="112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4F50-5509-93A6-59FC-54893FD4C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B0B5E-00AB-C609-9CC9-0544433AD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DE7EC-AF2E-F528-0F83-7D015841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59631-33E4-C072-9E70-67B3816F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38847-0090-5E97-C4C6-3F9F735E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251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B27C-0AED-43AF-39B4-9C55F7C4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6E89-4CA5-9B0F-0149-6FD286C95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E41A3-FAD5-1C5A-E973-8C4FF82C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E6121-84B2-BA00-9EE9-33C490BE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D9AE-15E2-44DD-8707-A3D090F2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6226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CC9C-C5BD-1895-20FE-7D053170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D6654-E442-6965-5DE6-33C5BCC3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5D73-716A-E3A3-5B27-8F130651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1D773-BE14-C84B-2014-2EDE17C6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4EC44-92D1-BA43-55CB-74ACF519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806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EB53-766E-4A12-B301-C33F1A4A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61F50-E518-1727-EB7F-1F6430F81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C1160-6B9E-71F6-FA79-17BA82475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A60E4-AB62-D3F3-E6C5-D8DB6921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56E56-576D-9CCD-74CB-8F2213CB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AD065-4508-C205-31D8-06AD8131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8418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8EC7-DF33-9DF4-544B-C1864FA4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A3FBA-B3B9-5716-AED9-8463C98A6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0C571-FC2D-853A-F05D-E43EE06B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F56A6-8C4D-0709-2BA2-CDD03F857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130A2-29A4-FE1D-3510-8EAF798D6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F093E-4388-C23A-C02C-7A26C904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A23F3-692F-C6E5-7B4E-06E2E91D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92F61-ABB9-0C18-2E1A-BBD63FA9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2271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F552-488D-CFAA-2AB1-E9F6450D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505EE-A54E-4FED-C3F4-E42769A9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E1AAC-D156-F77E-ED18-F3046421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A1701-595C-E43D-78C7-E9E81EA87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7584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D89B3-151B-A4C4-6A3F-5448EC6B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12D87-A057-60C6-29A5-F2FBF63D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6C970-907D-8A57-2265-EC2DCC09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352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64EB-3E97-93E3-FDD0-48112A25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47D2D-1566-8752-E50C-7A76AE794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73FED-2A0D-E184-D8EF-59483DB4F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7398C-8E87-4888-A90A-26E1B7D3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F7139-1F4F-7EC6-6017-4B98F858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D4270-3728-67AD-3B26-0BCD0C3B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132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537F-15BA-9BEC-A12D-3C2FB10B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87510-1285-F765-806E-EAF3E64BF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65CA9-2A69-2270-628C-477A05B78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472DD-D9CE-C43E-ADAE-035BFD10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9426C-0928-B9EB-5D7B-EF21429F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386A7-6732-F58A-7EA6-3E167FB7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810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302A-07D6-E895-A93C-9DD2711E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79641-F48B-6C9E-9C68-2B3771836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BEA54-D1AE-7926-B6A0-17F073D1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7C36-0B33-7630-383E-777F973C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4AFD-42C9-ADED-EF7C-AD386C5D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5058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72879-7AF8-F309-9264-4585FC924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8F2A5-35AC-ACC7-7082-71B3DB545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87192-0A62-7238-DFEF-7DFAB4B2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24350-4E62-94CB-097B-4D5F337C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3F45F-4D90-D31D-2CAD-05D845F6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083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BA854-9CFB-4910-BC0C-68A35CE0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E2230-79CD-5A2C-CA23-CDCC867F5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B17B1-2FEC-02A9-997F-5505B884E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F3C6E-B4E5-CA48-921A-03FDCD8DA6BE}" type="datetimeFigureOut">
              <a:rPr lang="fr-CH" smtClean="0"/>
              <a:t>21.10.25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24C51-EF3D-754E-E8DD-0A709AA59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A51B-02C1-3E5E-1189-3DE491160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35BF9-7BD7-C94A-A83B-ACE445BC8F90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1810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23EBE787-F8E2-8234-D0A5-0F5E46B8A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293" y1="56641" x2="25293" y2="56641"/>
                        <a14:foregroundMark x1="30273" y1="58594" x2="30273" y2="58594"/>
                        <a14:foregroundMark x1="42578" y1="53906" x2="42578" y2="53906"/>
                        <a14:foregroundMark x1="48730" y1="43164" x2="48730" y2="43164"/>
                        <a14:foregroundMark x1="50098" y1="42969" x2="50098" y2="42969"/>
                        <a14:foregroundMark x1="50488" y1="42578" x2="50488" y2="42578"/>
                        <a14:foregroundMark x1="54688" y1="37305" x2="46875" y2="37012"/>
                        <a14:foregroundMark x1="46875" y1="37012" x2="48730" y2="44141"/>
                        <a14:foregroundMark x1="48730" y1="44141" x2="52832" y2="38086"/>
                        <a14:foregroundMark x1="52832" y1="38086" x2="44824" y2="38574"/>
                        <a14:foregroundMark x1="44824" y1="38574" x2="52148" y2="37207"/>
                        <a14:foregroundMark x1="52148" y1="37207" x2="55078" y2="38379"/>
                        <a14:foregroundMark x1="34668" y1="55762" x2="34668" y2="55762"/>
                        <a14:foregroundMark x1="44824" y1="61230" x2="44824" y2="61230"/>
                        <a14:foregroundMark x1="51660" y1="59863" x2="51660" y2="59863"/>
                        <a14:foregroundMark x1="59961" y1="55957" x2="59961" y2="55957"/>
                        <a14:foregroundMark x1="67188" y1="58105" x2="67188" y2="58105"/>
                        <a14:foregroundMark x1="67383" y1="49121" x2="67383" y2="49121"/>
                        <a14:foregroundMark x1="72266" y1="52441" x2="72266" y2="52441"/>
                        <a14:foregroundMark x1="82324" y1="52637" x2="82324" y2="52637"/>
                      </a14:backgroundRemoval>
                    </a14:imgEffect>
                  </a14:imgLayer>
                </a14:imgProps>
              </a:ext>
            </a:extLst>
          </a:blip>
          <a:srcRect t="33653" b="30664"/>
          <a:stretch>
            <a:fillRect/>
          </a:stretch>
        </p:blipFill>
        <p:spPr>
          <a:xfrm>
            <a:off x="2113280" y="2091690"/>
            <a:ext cx="6502400" cy="23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2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drink to another person&#10;&#10;AI-generated content may be incorrect.">
            <a:extLst>
              <a:ext uri="{FF2B5EF4-FFF2-40B4-BE49-F238E27FC236}">
                <a16:creationId xmlns:a16="http://schemas.microsoft.com/office/drawing/2014/main" id="{CDA9F939-03F5-60D5-5A5F-A7B308B65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800" b="73133" l="36300" r="73800">
                        <a14:foregroundMark x1="50100" y1="32200" x2="56000" y2="35800"/>
                        <a14:foregroundMark x1="56000" y1="35800" x2="50700" y2="30667"/>
                        <a14:foregroundMark x1="50700" y1="30667" x2="55250" y2="46200"/>
                        <a14:foregroundMark x1="55250" y1="46200" x2="53950" y2="38133"/>
                        <a14:foregroundMark x1="53950" y1="38133" x2="51700" y2="46867"/>
                        <a14:foregroundMark x1="37867" y1="46689" x2="36200" y2="46667"/>
                        <a14:foregroundMark x1="45297" y1="46784" x2="38611" y2="46698"/>
                        <a14:foregroundMark x1="51700" y1="46867" x2="47319" y2="46811"/>
                        <a14:foregroundMark x1="36200" y1="46667" x2="49200" y2="42533"/>
                        <a14:foregroundMark x1="49200" y1="42533" x2="51950" y2="59200"/>
                        <a14:foregroundMark x1="51950" y1="59200" x2="50850" y2="67400"/>
                        <a14:foregroundMark x1="50850" y1="67400" x2="49650" y2="58667"/>
                        <a14:foregroundMark x1="49650" y1="58667" x2="52750" y2="65800"/>
                        <a14:foregroundMark x1="52750" y1="65800" x2="51600" y2="57667"/>
                        <a14:foregroundMark x1="51600" y1="57667" x2="53400" y2="67400"/>
                        <a14:foregroundMark x1="53400" y1="67400" x2="50200" y2="48267"/>
                        <a14:foregroundMark x1="50200" y1="48267" x2="51500" y2="40000"/>
                        <a14:foregroundMark x1="51500" y1="40000" x2="47400" y2="46533"/>
                        <a14:foregroundMark x1="47357" y1="47470" x2="47294" y2="48844"/>
                        <a14:foregroundMark x1="49345" y1="58719" x2="51800" y2="62333"/>
                        <a14:foregroundMark x1="51800" y1="62333" x2="51350" y2="52333"/>
                        <a14:foregroundMark x1="51350" y1="52333" x2="52800" y2="43600"/>
                        <a14:foregroundMark x1="52800" y1="43600" x2="54050" y2="60067"/>
                        <a14:foregroundMark x1="54050" y1="60067" x2="58850" y2="66933"/>
                        <a14:foregroundMark x1="58850" y1="66933" x2="56550" y2="49933"/>
                        <a14:foregroundMark x1="56550" y1="49933" x2="57450" y2="58200"/>
                        <a14:foregroundMark x1="57450" y1="58200" x2="53050" y2="46867"/>
                        <a14:foregroundMark x1="53050" y1="46867" x2="57500" y2="55400"/>
                        <a14:foregroundMark x1="57500" y1="55400" x2="58200" y2="46400"/>
                        <a14:foregroundMark x1="59991" y1="53243" x2="61909" y2="60571"/>
                        <a14:foregroundMark x1="61676" y1="61147" x2="53250" y2="48733"/>
                        <a14:foregroundMark x1="53250" y1="48733" x2="53350" y2="57000"/>
                        <a14:foregroundMark x1="53350" y1="57000" x2="51050" y2="48667"/>
                        <a14:foregroundMark x1="51050" y1="48667" x2="51400" y2="57133"/>
                        <a14:foregroundMark x1="51400" y1="57133" x2="50550" y2="48933"/>
                        <a14:foregroundMark x1="50550" y1="48933" x2="56500" y2="56067"/>
                        <a14:foregroundMark x1="56500" y1="56067" x2="50550" y2="40400"/>
                        <a14:foregroundMark x1="50550" y1="40400" x2="55250" y2="35133"/>
                        <a14:foregroundMark x1="55250" y1="35133" x2="50150" y2="40600"/>
                        <a14:foregroundMark x1="50150" y1="40600" x2="51850" y2="50400"/>
                        <a14:foregroundMark x1="51850" y1="50400" x2="51200" y2="61667"/>
                        <a14:foregroundMark x1="51200" y1="61667" x2="56550" y2="57667"/>
                        <a14:foregroundMark x1="56550" y1="57667" x2="55250" y2="69467"/>
                        <a14:foregroundMark x1="55250" y1="69467" x2="56850" y2="61267"/>
                        <a14:foregroundMark x1="56850" y1="61267" x2="54700" y2="41867"/>
                        <a14:foregroundMark x1="54700" y1="41867" x2="57275" y2="38580"/>
                        <a14:foregroundMark x1="58423" y1="47984" x2="57600" y2="58200"/>
                        <a14:foregroundMark x1="57600" y1="58200" x2="61000" y2="66267"/>
                        <a14:foregroundMark x1="61000" y1="66267" x2="54350" y2="63333"/>
                        <a14:foregroundMark x1="54350" y1="63333" x2="50250" y2="70267"/>
                        <a14:foregroundMark x1="50250" y1="70267" x2="53350" y2="61867"/>
                        <a14:foregroundMark x1="53350" y1="61867" x2="58800" y2="70600"/>
                        <a14:foregroundMark x1="58800" y1="70600" x2="60200" y2="54267"/>
                        <a14:foregroundMark x1="60200" y1="54267" x2="57900" y2="62200"/>
                        <a14:foregroundMark x1="57900" y1="62200" x2="59800" y2="53200"/>
                        <a14:foregroundMark x1="59800" y1="53200" x2="60250" y2="61467"/>
                        <a14:foregroundMark x1="60250" y1="61467" x2="60733" y2="62131"/>
                        <a14:foregroundMark x1="67009" y1="59859" x2="67750" y2="56533"/>
                        <a14:foregroundMark x1="66253" y1="63251" x2="66502" y2="62135"/>
                        <a14:foregroundMark x1="67105" y1="66049" x2="67066" y2="66630"/>
                        <a14:foregroundMark x1="67316" y1="62941" x2="67138" y2="65573"/>
                        <a14:foregroundMark x1="67750" y1="56533" x2="67492" y2="60338"/>
                        <a14:foregroundMark x1="48900" y1="51800" x2="49200" y2="55867"/>
                        <a14:foregroundMark x1="62150" y1="68067" x2="59400" y2="59533"/>
                        <a14:foregroundMark x1="59400" y1="59533" x2="63100" y2="66067"/>
                        <a14:foregroundMark x1="63100" y1="66067" x2="64750" y2="57733"/>
                        <a14:foregroundMark x1="64750" y1="57733" x2="65400" y2="65867"/>
                        <a14:foregroundMark x1="65400" y1="65867" x2="59150" y2="66467"/>
                        <a14:foregroundMark x1="59150" y1="66467" x2="60500" y2="58467"/>
                        <a14:foregroundMark x1="60500" y1="58467" x2="63500" y2="66400"/>
                        <a14:foregroundMark x1="63500" y1="66400" x2="69000" y2="71067"/>
                        <a14:foregroundMark x1="69000" y1="71067" x2="62850" y2="73533"/>
                        <a14:foregroundMark x1="62850" y1="73533" x2="66950" y2="65333"/>
                        <a14:foregroundMark x1="66950" y1="65333" x2="67600" y2="65667"/>
                        <a14:foregroundMark x1="64050" y1="71000" x2="68250" y2="63533"/>
                        <a14:foregroundMark x1="68250" y1="63533" x2="68900" y2="71733"/>
                        <a14:foregroundMark x1="68900" y1="71733" x2="62400" y2="72533"/>
                        <a14:foregroundMark x1="62400" y1="72533" x2="69900" y2="72600"/>
                        <a14:foregroundMark x1="69900" y1="72600" x2="56750" y2="72067"/>
                        <a14:foregroundMark x1="56750" y1="72067" x2="63300" y2="69467"/>
                        <a14:foregroundMark x1="63300" y1="69467" x2="73850" y2="73133"/>
                        <a14:foregroundMark x1="73850" y1="73133" x2="64200" y2="61400"/>
                        <a14:foregroundMark x1="64200" y1="61400" x2="66250" y2="69200"/>
                        <a14:foregroundMark x1="66250" y1="69200" x2="62150" y2="66467"/>
                        <a14:foregroundMark x1="67600" y1="64933" x2="67600" y2="66867"/>
                        <a14:foregroundMark x1="60400" y1="73133" x2="60100" y2="72200"/>
                        <a14:foregroundMark x1="68200" y1="62333" x2="68050" y2="62333"/>
                        <a14:foregroundMark x1="67150" y1="58067" x2="68750" y2="63533"/>
                        <a14:foregroundMark x1="68750" y1="63333" x2="67000" y2="62200"/>
                        <a14:foregroundMark x1="69950" y1="67467" x2="70700" y2="68867"/>
                        <a14:foregroundMark x1="47900" y1="67667" x2="43650" y2="61600"/>
                        <a14:foregroundMark x1="43650" y1="61600" x2="44200" y2="69800"/>
                        <a14:foregroundMark x1="44200" y1="69800" x2="45100" y2="67667"/>
                        <a14:foregroundMark x1="47150" y1="68667" x2="47900" y2="68067"/>
                        <a14:foregroundMark x1="47000" y1="68667" x2="46250" y2="64933"/>
                        <a14:foregroundMark x1="47450" y1="66467" x2="49050" y2="68467"/>
                        <a14:foregroundMark x1="47450" y1="64133" x2="47450" y2="64133"/>
                        <a14:foregroundMark x1="47450" y1="64133" x2="47450" y2="64133"/>
                        <a14:foregroundMark x1="47450" y1="64133" x2="47300" y2="61000"/>
                        <a14:foregroundMark x1="47150" y1="65667" x2="47300" y2="62933"/>
                        <a14:foregroundMark x1="47150" y1="60200" x2="46150" y2="59000"/>
                        <a14:foregroundMark x1="47900" y1="65333" x2="47900" y2="65333"/>
                        <a14:foregroundMark x1="47900" y1="65333" x2="47900" y2="65333"/>
                        <a14:foregroundMark x1="47900" y1="65333" x2="47900" y2="65333"/>
                        <a14:foregroundMark x1="44350" y1="66267" x2="43500" y2="62000"/>
                        <a14:foregroundMark x1="46150" y1="65333" x2="46150" y2="65333"/>
                        <a14:foregroundMark x1="44950" y1="66467" x2="46250" y2="67867"/>
                        <a14:foregroundMark x1="46550" y1="66667" x2="46850" y2="65133"/>
                        <a14:backgroundMark x1="36250" y1="49800" x2="37700" y2="59000"/>
                        <a14:backgroundMark x1="37700" y1="59000" x2="41700" y2="50667"/>
                        <a14:backgroundMark x1="41700" y1="50667" x2="44208" y2="61533"/>
                        <a14:backgroundMark x1="44574" y1="61490" x2="44200" y2="55000"/>
                        <a14:backgroundMark x1="47029" y1="59761" x2="48400" y2="62067"/>
                        <a14:backgroundMark x1="44200" y1="55000" x2="45631" y2="57407"/>
                        <a14:backgroundMark x1="48400" y1="62067" x2="47150" y2="53133"/>
                        <a14:backgroundMark x1="47150" y1="53133" x2="41300" y2="49800"/>
                        <a14:backgroundMark x1="41300" y1="49800" x2="41550" y2="58533"/>
                        <a14:backgroundMark x1="41550" y1="58533" x2="35100" y2="56400"/>
                        <a14:backgroundMark x1="35100" y1="56400" x2="42500" y2="59400"/>
                        <a14:backgroundMark x1="42500" y1="59400" x2="43168" y2="61657"/>
                        <a14:backgroundMark x1="43005" y1="61677" x2="42150" y2="59067"/>
                        <a14:backgroundMark x1="47574" y1="61809" x2="48350" y2="62200"/>
                        <a14:backgroundMark x1="47486" y1="61764" x2="47566" y2="61804"/>
                        <a14:backgroundMark x1="42150" y1="59067" x2="47116" y2="61577"/>
                        <a14:backgroundMark x1="48350" y1="62200" x2="44750" y2="53867"/>
                        <a14:backgroundMark x1="44750" y1="53867" x2="38900" y2="49600"/>
                        <a14:backgroundMark x1="38900" y1="49600" x2="40400" y2="56267"/>
                        <a14:backgroundMark x1="46700" y1="51000" x2="40300" y2="49867"/>
                        <a14:backgroundMark x1="40300" y1="49867" x2="46400" y2="49333"/>
                        <a14:backgroundMark x1="48355" y1="55996" x2="48650" y2="57000"/>
                        <a14:backgroundMark x1="46400" y1="49333" x2="48350" y2="55978"/>
                        <a14:backgroundMark x1="48650" y1="57000" x2="48900" y2="65667"/>
                        <a14:backgroundMark x1="48900" y1="65667" x2="47300" y2="48867"/>
                        <a14:backgroundMark x1="48441" y1="55966" x2="48650" y2="57267"/>
                        <a14:backgroundMark x1="47300" y1="48867" x2="48279" y2="54957"/>
                        <a14:backgroundMark x1="47736" y1="65333" x2="47600" y2="66533"/>
                        <a14:backgroundMark x1="47872" y1="64133" x2="47736" y2="65333"/>
                        <a14:backgroundMark x1="48650" y1="57267" x2="47872" y2="64133"/>
                        <a14:backgroundMark x1="47713" y1="64133" x2="48000" y2="58067"/>
                        <a14:backgroundMark x1="47657" y1="65333" x2="47713" y2="64133"/>
                        <a14:backgroundMark x1="47600" y1="66533" x2="47657" y2="65333"/>
                        <a14:backgroundMark x1="48000" y1="58067" x2="47150" y2="54733"/>
                        <a14:backgroundMark x1="60250" y1="51800" x2="63961" y2="58564"/>
                        <a14:backgroundMark x1="64200" y1="59000" x2="62700" y2="50867"/>
                        <a14:backgroundMark x1="64989" y1="56865" x2="65291" y2="57657"/>
                        <a14:backgroundMark x1="62700" y1="50867" x2="64981" y2="56845"/>
                        <a14:backgroundMark x1="63828" y1="60318" x2="62627" y2="61573"/>
                        <a14:backgroundMark x1="64080" y1="60055" x2="63844" y2="60302"/>
                        <a14:backgroundMark x1="62171" y1="60366" x2="66850" y2="49933"/>
                        <a14:backgroundMark x1="66850" y1="49933" x2="65900" y2="58267"/>
                        <a14:backgroundMark x1="64989" y1="56817" x2="63050" y2="53733"/>
                        <a14:backgroundMark x1="65498" y1="57628" x2="64996" y2="56829"/>
                        <a14:backgroundMark x1="65900" y1="58267" x2="65612" y2="57808"/>
                        <a14:backgroundMark x1="57000" y1="39800" x2="59350" y2="38867"/>
                        <a14:backgroundMark x1="59350" y1="38667" x2="59350" y2="38667"/>
                        <a14:backgroundMark x1="59050" y1="34933" x2="59050" y2="34933"/>
                        <a14:backgroundMark x1="58050" y1="37867" x2="59800" y2="52200"/>
                        <a14:backgroundMark x1="58350" y1="38067" x2="59800" y2="33733"/>
                        <a14:backgroundMark x1="44737" y1="65079" x2="45492" y2="66292"/>
                        <a14:backgroundMark x1="49200" y1="65133" x2="49200" y2="65133"/>
                        <a14:backgroundMark x1="48650" y1="65333" x2="48650" y2="65333"/>
                        <a14:backgroundMark x1="43010" y1="64787" x2="42450" y2="64733"/>
                        <a14:backgroundMark x1="45657" y1="65043" x2="44729" y2="64953"/>
                        <a14:backgroundMark x1="47714" y1="65242" x2="46526" y2="65127"/>
                        <a14:backgroundMark x1="48650" y1="65333" x2="47721" y2="65243"/>
                        <a14:backgroundMark x1="48978" y1="66836" x2="49900" y2="67133"/>
                        <a14:backgroundMark x1="44764" y1="65479" x2="45564" y2="65737"/>
                        <a14:backgroundMark x1="42450" y1="64733" x2="43019" y2="64916"/>
                        <a14:backgroundMark x1="43093" y1="66022" x2="42550" y2="65933"/>
                        <a14:backgroundMark x1="49900" y1="67133" x2="48447" y2="66896"/>
                        <a14:backgroundMark x1="44959" y1="68393" x2="48100" y2="71600"/>
                        <a14:backgroundMark x1="42550" y1="65933" x2="43126" y2="66521"/>
                        <a14:backgroundMark x1="46860" y1="65471" x2="46550" y2="63933"/>
                        <a14:backgroundMark x1="48100" y1="71600" x2="47133" y2="66813"/>
                        <a14:backgroundMark x1="69186" y1="63402" x2="72350" y2="66533"/>
                        <a14:backgroundMark x1="65790" y1="60042" x2="66437" y2="60682"/>
                        <a14:backgroundMark x1="67711" y1="67523" x2="66764" y2="67726"/>
                        <a14:backgroundMark x1="70637" y1="66898" x2="69393" y2="67164"/>
                        <a14:backgroundMark x1="72350" y1="66533" x2="70684" y2="66889"/>
                        <a14:backgroundMark x1="70837" y1="67176" x2="72500" y2="66933"/>
                        <a14:backgroundMark x1="66677" y1="67783" x2="67719" y2="67631"/>
                        <a14:backgroundMark x1="72500" y1="66933" x2="81150" y2="71267"/>
                        <a14:backgroundMark x1="81150" y1="71267" x2="78650" y2="61600"/>
                        <a14:backgroundMark x1="78650" y1="61600" x2="74000" y2="69200"/>
                        <a14:backgroundMark x1="67772" y1="68299" x2="67550" y2="68267"/>
                        <a14:backgroundMark x1="74000" y1="69200" x2="70746" y2="68730"/>
                        <a14:backgroundMark x1="63684" y1="70681" x2="62597" y2="71360"/>
                        <a14:backgroundMark x1="67550" y1="68267" x2="67376" y2="68376"/>
                        <a14:backgroundMark x1="61939" y1="67570" x2="61500" y2="67467"/>
                        <a14:backgroundMark x1="63862" y1="68020" x2="62019" y2="67588"/>
                        <a14:backgroundMark x1="63354" y1="63496" x2="63680" y2="62799"/>
                        <a14:backgroundMark x1="61500" y1="67467" x2="61616" y2="67219"/>
                        <a14:backgroundMark x1="56700" y1="39400" x2="58750" y2="37467"/>
                        <a14:backgroundMark x1="56400" y1="39000" x2="59500" y2="38467"/>
                        <a14:backgroundMark x1="63050" y1="32533" x2="57200" y2="36600"/>
                        <a14:backgroundMark x1="57200" y1="36600" x2="58350" y2="36667"/>
                        <a14:backgroundMark x1="57900" y1="35867" x2="60050" y2="44000"/>
                        <a14:backgroundMark x1="60050" y1="44000" x2="58500" y2="36867"/>
                        <a14:backgroundMark x1="58900" y1="36867" x2="58900" y2="37267"/>
                        <a14:backgroundMark x1="37450" y1="47467" x2="43500" y2="48867"/>
                        <a14:backgroundMark x1="43500" y1="48867" x2="47000" y2="46267"/>
                        <a14:backgroundMark x1="46000" y1="48267" x2="47300" y2="46867"/>
                        <a14:backgroundMark x1="41250" y1="43533" x2="41550" y2="43933"/>
                        <a14:backgroundMark x1="41150" y1="43533" x2="41700" y2="43733"/>
                      </a14:backgroundRemoval>
                    </a14:imgEffect>
                  </a14:imgLayer>
                </a14:imgProps>
              </a:ext>
            </a:extLst>
          </a:blip>
          <a:srcRect l="32442" t="23767" r="28877" b="25370"/>
          <a:stretch>
            <a:fillRect/>
          </a:stretch>
        </p:blipFill>
        <p:spPr>
          <a:xfrm>
            <a:off x="4045527" y="1773382"/>
            <a:ext cx="3006438" cy="29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LAIRD</dc:creator>
  <cp:lastModifiedBy>Damian LAIRD</cp:lastModifiedBy>
  <cp:revision>1</cp:revision>
  <dcterms:created xsi:type="dcterms:W3CDTF">2025-10-21T20:39:55Z</dcterms:created>
  <dcterms:modified xsi:type="dcterms:W3CDTF">2025-10-21T21:28:33Z</dcterms:modified>
</cp:coreProperties>
</file>